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bd80dc2faf477e" /><Relationship Type="http://schemas.openxmlformats.org/officeDocument/2006/relationships/extended-properties" Target="/docProps/app.xml" Id="R4ce9a3c374e6407f" /><Relationship Type="http://schemas.openxmlformats.org/officeDocument/2006/relationships/officeDocument" Target="/ppt/presentation.xml" Id="R24ce45ab604f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9fa0caf5548a5"/>
  </p:sldMasterIdLst>
  <p:notesMasterIdLst>
    <p:notesMasterId xmlns:r="http://schemas.openxmlformats.org/officeDocument/2006/relationships" r:id="R45e72396809c4b5e"/>
  </p:notesMasterIdLst>
  <p:sldIdLst>
    <p:sldId xmlns:r="http://schemas.openxmlformats.org/officeDocument/2006/relationships" id="256" r:id="R33297cf50e254d35"/>
    <p:sldId xmlns:r="http://schemas.openxmlformats.org/officeDocument/2006/relationships" id="257" r:id="Rb686050fa1f14e37"/>
    <p:sldId xmlns:r="http://schemas.openxmlformats.org/officeDocument/2006/relationships" id="258" r:id="R83d1a2693f5240a7"/>
    <p:sldId xmlns:r="http://schemas.openxmlformats.org/officeDocument/2006/relationships" id="259" r:id="R8b856962bf0f450a"/>
    <p:sldId xmlns:r="http://schemas.openxmlformats.org/officeDocument/2006/relationships" id="260" r:id="R5821c91831454240"/>
    <p:sldId xmlns:r="http://schemas.openxmlformats.org/officeDocument/2006/relationships" id="261" r:id="R4417e6a02fec405f"/>
    <p:sldId xmlns:r="http://schemas.openxmlformats.org/officeDocument/2006/relationships" id="262" r:id="R506337fe70484b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69b194946400d" /><Relationship Type="http://schemas.openxmlformats.org/officeDocument/2006/relationships/slideMaster" Target="/ppt/slideMasters/slideMaster1.xml" Id="Re419fa0caf5548a5" /><Relationship Type="http://schemas.openxmlformats.org/officeDocument/2006/relationships/notesMaster" Target="/ppt/notesMasters/notesMaster1.xml" Id="R45e72396809c4b5e" /><Relationship Type="http://schemas.openxmlformats.org/officeDocument/2006/relationships/presProps" Target="/ppt/presProps.xml" Id="R80208daf0ad2480e" /><Relationship Type="http://schemas.openxmlformats.org/officeDocument/2006/relationships/tableStyles" Target="/ppt/tableStyles.xml" Id="R0add43d40c464682" /><Relationship Type="http://schemas.openxmlformats.org/officeDocument/2006/relationships/slide" Target="/ppt/slides/slide1.xml" Id="R33297cf50e254d35" /><Relationship Type="http://schemas.openxmlformats.org/officeDocument/2006/relationships/slide" Target="/ppt/slides/slide2.xml" Id="Rb686050fa1f14e37" /><Relationship Type="http://schemas.openxmlformats.org/officeDocument/2006/relationships/slide" Target="/ppt/slides/slide3.xml" Id="R83d1a2693f5240a7" /><Relationship Type="http://schemas.openxmlformats.org/officeDocument/2006/relationships/slide" Target="/ppt/slides/slide4.xml" Id="R8b856962bf0f450a" /><Relationship Type="http://schemas.openxmlformats.org/officeDocument/2006/relationships/slide" Target="/ppt/slides/slide5.xml" Id="R5821c91831454240" /><Relationship Type="http://schemas.openxmlformats.org/officeDocument/2006/relationships/slide" Target="/ppt/slides/slide6.xml" Id="R4417e6a02fec405f" /><Relationship Type="http://schemas.openxmlformats.org/officeDocument/2006/relationships/slide" Target="/ppt/slides/slide7.xml" Id="R506337fe70484b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b0162a0f1b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4b82a786a74b5c" /><Relationship Type="http://schemas.openxmlformats.org/officeDocument/2006/relationships/notesMaster" Target="/ppt/notesMasters/notesMaster1.xml" Id="R7714b3897d3a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ffa119a7b940d1" /><Relationship Type="http://schemas.openxmlformats.org/officeDocument/2006/relationships/notesMaster" Target="/ppt/notesMasters/notesMaster1.xml" Id="R35ac7b63fab1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39f05c3a9a43a6" /><Relationship Type="http://schemas.openxmlformats.org/officeDocument/2006/relationships/notesMaster" Target="/ppt/notesMasters/notesMaster1.xml" Id="R9a203c209b84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68bf44863a48f8" /><Relationship Type="http://schemas.openxmlformats.org/officeDocument/2006/relationships/notesMaster" Target="/ppt/notesMasters/notesMaster1.xml" Id="R4b7826e00a34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e801812dc4b24" /><Relationship Type="http://schemas.openxmlformats.org/officeDocument/2006/relationships/notesMaster" Target="/ppt/notesMasters/notesMaster1.xml" Id="R3cceafb57fee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02e7d1e4747f3" /><Relationship Type="http://schemas.openxmlformats.org/officeDocument/2006/relationships/notesMaster" Target="/ppt/notesMasters/notesMaster1.xml" Id="Rc9c492b494ca4d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4e5d36d3a744da" /><Relationship Type="http://schemas.openxmlformats.org/officeDocument/2006/relationships/notesMaster" Target="/ppt/notesMasters/notesMaster1.xml" Id="Rd67d4e83d16b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Плановые допущения на октябрь 2026 года. Источник расчётов: docs/business-plan.md.</a:t>
            </a:r>
          </a:p>
          <a:p xmlns:a="http://schemas.openxmlformats.org/drawingml/2006/main">
            <a:r>
              <a:t>Цены и загрузка являются сценариями, не гарантией спроса.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стартовые вложения и тарифный сценарий.</a:t>
            </a:r>
          </a:p>
          <a:p xmlns:a="http://schemas.openxmlformats.org/drawingml/2006/main">
            <a:r>
              <a:t>Арифметика б/у бюджета: ₫378–505 млн до резерва × 1,10 = ₫416–556 млн.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Методика: docs/business-plan.md, «Потенциал парка в Нячанге».</a:t>
            </a:r>
          </a:p>
          <a:p xmlns:a="http://schemas.openxmlformats.org/drawingml/2006/main">
            <a:r>
              <a:t>Статистика провинции: https://dulich.khanhhoa.gov.vn/tin-tuc-su-kien/du-lich-khanh-hoa-nam-2025-dat-doanh-thu-khoang-66-7-nghin-t.html</a:t>
            </a:r>
          </a:p>
          <a:p xmlns:a="http://schemas.openxmlformats.org/drawingml/2006/main">
            <a:r>
              <a:t>Диапазоны являются результатом допущений и требуют проверки по районам и сезонам.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«Экономика 10 байков».</a:t>
            </a:r>
          </a:p>
          <a:p xmlns:a="http://schemas.openxmlformats.org/drawingml/2006/main">
            <a:r>
              <a:t>Фиксированные расходы ₫17,25 млн/мес. Переменные: ₫20 тыс. обслуживание/день, 3% платёж, 5% резерв от оборота.</a:t>
            </a:r>
          </a:p>
          <a:p xmlns:a="http://schemas.openxmlformats.org/drawingml/2006/main">
            <a:r>
              <a:t>Амортизация: условно ₫380 млн / 36 месяцев.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«Предложение VinFast».</a:t>
            </a:r>
          </a:p>
          <a:p xmlns:a="http://schemas.openxmlformats.org/drawingml/2006/main">
            <a:r>
              <a:t>85/15 — стартовая позиция для переговоров, а не рыночный тариф.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риски и контрольные точки перед предложением VinFast.</a:t>
            </a:r>
          </a:p>
          <a:p xmlns:a="http://schemas.openxmlformats.org/drawingml/2006/main">
            <a:r>
              <a:t>55% — проектный критерий продолжения, не рыночная гарантия.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Рекомендация: docs/business-plan.md, предложение VinFast и контрольные точки.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bf974688740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7c77698ef4b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237242e184c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c21c0e7344a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a0a30035442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eac8f2fc1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B95B85-A142-4859-A035-599DABD30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D5612C-637C-48EB-80C8-3C990AF00F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F5FD4F-BA89-4548-8105-25A98B66F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55A311-9D9E-4175-99D4-B7D0BE9C5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751E24-1361-4901-BDE8-4AC21376EC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1A3BF7-CEB0-42F0-B929-DF041843F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932267-1FAE-4E81-864C-74E62AB1D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3A06BB-F312-40A7-B5A7-0747C4659E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A45BD-87FD-4CD4-8EA4-A119ACCEB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24F44-4330-4C38-9606-0029EE547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1fbe6c58b9444a" /><Relationship Type="http://schemas.openxmlformats.org/officeDocument/2006/relationships/slideLayout" Target="/ppt/slideLayouts/slideLayout1.xml" Id="R0a61b38fadbc4a7d" /><Relationship Type="http://schemas.openxmlformats.org/officeDocument/2006/relationships/slideLayout" Target="/ppt/slideLayouts/slideLayout2.xml" Id="R3a6ef79d24eb4158" /><Relationship Type="http://schemas.openxmlformats.org/officeDocument/2006/relationships/slideLayout" Target="/ppt/slideLayouts/slideLayout3.xml" Id="R4d56ca29f8364461" /><Relationship Type="http://schemas.openxmlformats.org/officeDocument/2006/relationships/slideLayout" Target="/ppt/slideLayouts/slideLayout4.xml" Id="R240bb0ccba104454" /><Relationship Type="http://schemas.openxmlformats.org/officeDocument/2006/relationships/slideLayout" Target="/ppt/slideLayouts/slideLayout5.xml" Id="Rbabf41e7e3644467" /><Relationship Type="http://schemas.openxmlformats.org/officeDocument/2006/relationships/slideLayout" Target="/ppt/slideLayouts/slideLayout6.xml" Id="Rfafb48dfd6844d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1b38fadbc4a7d"/>
    <p:sldLayoutId xmlns:r="http://schemas.openxmlformats.org/officeDocument/2006/relationships" id="2147483650" r:id="R3a6ef79d24eb4158"/>
    <p:sldLayoutId xmlns:r="http://schemas.openxmlformats.org/officeDocument/2006/relationships" id="2147483651" r:id="R4d56ca29f8364461"/>
    <p:sldLayoutId xmlns:r="http://schemas.openxmlformats.org/officeDocument/2006/relationships" id="2147483652" r:id="R240bb0ccba104454"/>
    <p:sldLayoutId xmlns:r="http://schemas.openxmlformats.org/officeDocument/2006/relationships" id="2147483653" r:id="Rbabf41e7e3644467"/>
    <p:sldLayoutId xmlns:r="http://schemas.openxmlformats.org/officeDocument/2006/relationships" id="2147483654" r:id="Rfafb48dfd6844d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0f53f7c9246a0" /><Relationship Type="http://schemas.openxmlformats.org/officeDocument/2006/relationships/image" Target="/ppt/media/image.png" Id="R24f19c1f0b7b4f01" /><Relationship Type="http://schemas.openxmlformats.org/officeDocument/2006/relationships/notesSlide" Target="/ppt/notesSlides/notesSlide1.xml" Id="R8eca385dd1ab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98bb224394ec9" /><Relationship Type="http://schemas.openxmlformats.org/officeDocument/2006/relationships/notesSlide" Target="/ppt/notesSlides/notesSlide2.xml" Id="Re57d5410d8cc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58ec03c55453c" /><Relationship Type="http://schemas.openxmlformats.org/officeDocument/2006/relationships/notesSlide" Target="/ppt/notesSlides/notesSlide3.xml" Id="Rc8dae2c3319c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1ae265b31451c" /><Relationship Type="http://schemas.openxmlformats.org/officeDocument/2006/relationships/notesSlide" Target="/ppt/notesSlides/notesSlide4.xml" Id="R1fd2b0edfedc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dcb28a34441e9" /><Relationship Type="http://schemas.openxmlformats.org/officeDocument/2006/relationships/notesSlide" Target="/ppt/notesSlides/notesSlide5.xml" Id="R9c13d7c4ac08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f6df6e6e3497e" /><Relationship Type="http://schemas.openxmlformats.org/officeDocument/2006/relationships/notesSlide" Target="/ppt/notesSlides/notesSlide6.xml" Id="R5b56485691a948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bafb5b2c840f5" /><Relationship Type="http://schemas.openxmlformats.org/officeDocument/2006/relationships/notesSlide" Target="/ppt/notesSlides/notesSlide7.xml" Id="R54338a50b146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B1F33-AE01-48E2-9D6F-DB63497F1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19c1f0b7b4f01"/>
          <a:srcRect xmlns:a="http://schemas.openxmlformats.org/drawingml/2006/main" l="21881" t="0" r="21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23850"/>
            <a:ext cx="5238750" cy="62103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3D04A-6BE9-48EA-844F-11398DD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FB241-753F-4250-8035-AC047B9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SCOOT NHA TRANG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AA52B-ACF7-48D0-B3B7-41B63C83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ПАРТНЁРСКИЙ БРИФ  ·  ОКТЯБРЬ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8994-AA32-4FFA-88CD-F812787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Десять скутеров —</a:t>
            </a:r>
          </a:p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проверка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853E4-67D4-4E5E-8181-8303613F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7BEC1-0670-4708-9412-759EEC3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Пилот в Нячанге: спрос, операционная экономика и предложение VinFast.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35B24-0C68-4378-93EA-A4452A4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857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A1BF8-B781-4A49-BDA9-269899D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705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10 Honda Lead  →  проверенный сценарий роста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7D025-0C46-493F-AA79-9C8DD72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React · Telegram Mini App · веб-браузер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8C5D7-4808-4A69-BA6F-8D34440B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FF6B-82C8-40A7-86B2-F6337CEE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ПАРТНЁРСКИЙ БРИФ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D10C5-6F6B-4434-AE7C-3146893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01 / 07  · 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563961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B5BF9-7AE5-4B11-9675-807F2E7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DBB52-A054-4FFD-B3EB-3D42096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01 / СТАРТОВЫЙ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9381C-BE0C-4797-96F9-B50E999D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Стартовый парк: 10 Honda Lead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0385A-6F32-454C-828F-B1FD5AF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Пилот проверяет оплату, телематику, поддержку и повторную аренду.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D8B90-A0FD-47B5-A0C9-F5FBB5E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64284-1709-4763-AF26-B5CA6AF5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126BB-1B5E-4FE7-A11F-3287CC31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02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8EB1D-AE46-4ECE-A1E7-6A3CCDC1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3C857-88A2-4B98-A33C-E5128CD0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2292B-D398-4C49-8C52-7B1AB30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СТАРТОВЫЕ ВЛОЖЕНИЯ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D11A1-2399-4BB7-BF5C-486253A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₫416–556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73A73-3E23-43E3-858E-A4D39645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Включая резерв 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3B7F-CED4-4F66-A1E4-D4E27498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9516E-0761-45BC-8116-0405C0B4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05F05-2634-4EA4-82C4-F918801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ПАРК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1B9A6-16EC-4878-88EA-BF92C0D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10 байков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88AC5-D6B3-4EE7-9BA7-4DB78FD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Б/у Lead 125 с подготовкой и GPS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AB5D9-894F-49F3-8C09-176881A8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D57AC-B60E-46D1-A371-26EFC51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712B2-66C6-463F-9D66-58D2BA85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ТАРИФ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80C8E-202E-47E2-97C7-EA6ED138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₫150 тыс.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9BCE8-9246-49D5-9A36-729FEEDD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 24 часа аренды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FAF3D-938B-44FF-9307-F85E7F4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Smart Key не означает готовое удалённое управление: замок и API проверить на одном байке.</a:t>
            </a:r>
          </a:p>
        </p:txBody>
      </p:sp>
    </p:spTree>
    <p:extLst>
      <p:ext uri="{BB962C8B-B14F-4D97-AF65-F5344CB8AC3E}">
        <p14:creationId xmlns:p14="http://schemas.microsoft.com/office/powerpoint/2010/main" val="1536092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8FC77-1B53-41F4-BB9F-37754B4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2D58E-32E5-4671-A7E0-A62E079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02 / ЁМКОСТЬ НЯЧАНГА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15CE-7F3A-44F7-B3E0-A18E5909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Рынок считать сценариями, а не обещанием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4B54E-F219-40BD-A5EA-088D82A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Провинциальный турпоток не является статистикой аренды в Нячанге.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1A98B-D955-4E6A-851E-99EE44D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FBE92-CB1E-4F97-ACC4-F1E86CA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1C89B-0BE0-45C8-9A7A-40B4E77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03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7F124-47AD-4DCE-9867-D715D77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5DBB-FBA4-4459-9E1F-41C47BA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09974-D496-499C-BD0F-655C6637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ОСТОРОЖНЫЙ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1A6FB-E4C3-4782-BF65-549479B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≈190 байков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85099-6CBD-4FDA-8DEC-D27798C4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40% потока в городской зоне · 0,4% конверсии · 1,2 дня на аренду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F8B9F-0DF2-44B7-B996-A962173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C1C53-36FD-4912-AAE5-9C876271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CB4E5-9A9B-4050-A36C-EE65A14D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БАЗОВЫЙ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BCC53-43F3-44B4-906D-1476B8BA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≈560 байков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1CE82-A2F1-4FFD-A254-7EF65CD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50% потока в городской зоне · 0,75% конверсии · 1,5 дня на аренду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65381-5BC5-4AFD-8B03-E0AE6DE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4853-5AB1-43B3-92BD-A8BAED8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8A693-92C2-468A-A7BA-24A6637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5092F-A316-4D4E-AAFC-74A5E2A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≈1 020 байков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683D1-D779-4614-AD4A-D410B2F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60% потока в городской зоне · 1,0% конверсии · 1,7 дня на аренду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9014E-2978-4E5A-8475-D354B49E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Парк рассчитан при 50% загрузке доступных дней. Спрос жителей не учтён.</a:t>
            </a:r>
          </a:p>
        </p:txBody>
      </p:sp>
    </p:spTree>
    <p:extLst>
      <p:ext uri="{BB962C8B-B14F-4D97-AF65-F5344CB8AC3E}">
        <p14:creationId xmlns:p14="http://schemas.microsoft.com/office/powerpoint/2010/main" val="66680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25F86-010D-431C-84DB-C6E76F2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73DF-A053-4632-96A7-ECBC3CF5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03 / ЭКОНОМИКА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56E2F-0D3D-47B7-8014-A744A34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Кассовая безубыточность требует ≈54% загрузки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4D87C-9612-4972-96AF-0C2892F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10 байков · 270 доступных дней/мес. · ₫150 тыс. за оплаченный день · поддержка включена.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7B51D-5B02-4FFF-982A-7F301DB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ECEF-78CA-42A1-8258-D478F2A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1A955-4E57-491B-A713-354EEC8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04 / 07  ·  ОКТЯБРЬ 2026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9BB29-47B0-4046-BAE9-15CBF8932C8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1333500"/>
                <a:gridCol w="2095500"/>
                <a:gridCol w="2857500"/>
                <a:gridCol w="3209925"/>
              </a:tblGrid>
              <a:tr h="6286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Загрузка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Дней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Выручка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После затрат*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После аморт.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</a:tr>
              <a:tr h="6286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₫12,15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−₫7,69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−₫18,25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</a:tr>
              <a:tr h="6286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₫20,25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−₫1,32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−₫11,88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</a:tr>
              <a:tr h="6286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₫26,33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+₫3,46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−₫7,10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</a:tr>
              <a:tr h="62865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₫32,40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+₫8,24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−₫2,32 млн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487AA-BC91-429A-B571-7738926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* После переменных расходов и фиксированных затрат ₫17,25 млн/мес. Полная безубыточность ≈87%.</a:t>
            </a:r>
          </a:p>
        </p:txBody>
      </p:sp>
    </p:spTree>
    <p:extLst>
      <p:ext uri="{BB962C8B-B14F-4D97-AF65-F5344CB8AC3E}">
        <p14:creationId xmlns:p14="http://schemas.microsoft.com/office/powerpoint/2010/main" val="1268876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45834-A98A-4FAA-925E-CA264CA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D6D61-8002-48BC-AD5A-7B13C022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04 / ПРЕДЛОЖЕНИЕ VINFAST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04771-C220-4C32-8B65-2187896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Переговорный якорь: 85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284B0-148E-47E7-823A-A614DB9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Распределять чистую выручку по завершённым поездкам после заранее определённых вычетов.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8FBFD-16BE-4488-AD89-C3BFC049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6663A-3D01-4724-8EAE-98CCF55E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49524-BE32-40F0-A3C8-B74C6BD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05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0F79F-2076-4713-8608-8C4E3B6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04697-9C30-43FD-85E3-75EDCF0F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8572500" cy="638175"/>
          </a:xfrm>
          <a:prstGeom xmlns:a="http://schemas.openxmlformats.org/drawingml/2006/main" prst="roundRect">
            <a:avLst>
              <a:gd name="adj" fmla="val 22388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4B183-1981-4732-8EDB-17A8BA3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943100" cy="638175"/>
          </a:xfrm>
          <a:prstGeom xmlns:a="http://schemas.openxmlformats.org/drawingml/2006/main" prst="roundRect">
            <a:avLst>
              <a:gd name="adj" fmla="val 22388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BEE11-7CA6-4D5E-B221-B0D8C07D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85%  ВЛАДЕЛЬЦУ ПАРКА / VINFAST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98FA-670D-46A9-B998-FA4EDE81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98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886F5-2A18-4105-9005-D892CCE3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ПЛАТФОРМЕ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428A3-3513-4761-9895-81BC81A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8–12% ПЛАТФОРМЕ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1405F-C16F-4552-B81B-5E49C11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Если приложение лицензируется, а партнёр сам привлекает клиентов и управляет операциями.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49BE2-52D6-4FE2-B2C2-9D43B93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87C5B"/>
                </a:solidFill>
                <a:latin typeface="Helvetica Neue"/>
                <a:ea typeface="Helvetica Neue"/>
                <a:cs typeface="Helvetica Neue"/>
              </a:rPr>
              <a:t>12–18% ПЛАТФОРМЕ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3E708-8EF4-4BE1-931E-AAEF533C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Если платформа привлекает клиентов, обеспечивает поддержку и управляет парком.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38310-F017-4125-B800-679F11F5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90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9C4F9-7D4C-4D9E-B81D-4B2831A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5753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90-дневный ограниченный пилот · без гарантии загрузки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EE035-CC27-4C53-83FF-61B2CF56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В договоре закрепить налоги, возвраты, скидки, платежи, ДТП, страховку и простой.</a:t>
            </a:r>
          </a:p>
        </p:txBody>
      </p:sp>
    </p:spTree>
    <p:extLst>
      <p:ext uri="{BB962C8B-B14F-4D97-AF65-F5344CB8AC3E}">
        <p14:creationId xmlns:p14="http://schemas.microsoft.com/office/powerpoint/2010/main" val="796516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0E3EF-435A-478C-8154-A7D632D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7B246-0DA5-47C3-938B-05BF16C3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05 / УСЛОВИЯ РОСТА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55EFD-A417-43E6-832D-2341D3C4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До масштаба снять четыре риска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474A5-072E-4410-9B77-4D378E8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Причина отмены должна быть видна: спрос, байк, замок, платёж или поддержка.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7EC0D-E975-4DE3-A9FA-2440D3F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48BD-64BA-4B8A-B9FE-91420FD6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236AD-0659-4365-8409-E032B0F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06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AB53C-2228-46FA-A18A-80514A63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E9846-E058-4BC6-BF59-82F528D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14CA6-7BD0-4D05-BEA5-19EC0E09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ТЕХНИКА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8E032-182F-4BFE-9CFD-D98FFD3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Замок и OEM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B44C8-CEC5-49F4-9862-69DA86F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Одобренный модуль, журнал команд, гарантия и офлайн-сценарий на одном байке.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0745C-404D-42FE-9512-BCDE6C0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5262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B0704-1BC7-43AE-B38B-16A870B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80CA4-2663-40AD-A253-D32245C0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ПРАВО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BFD6-F351-4A9C-92E3-B7BAE2E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5745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Допуск и страхование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25832-D178-4BA6-8224-F03D5C2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Проверить права, возраст, договор аренды и страховой процесс до первой выдачи.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4F840-03C0-4374-A154-7B79239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442D-FB1C-4004-8051-4B683FF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36F39-6569-41EB-AD6F-2CE2A6E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ОПЕРАЦИИ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EDFF6-6270-4BED-B86D-0CC136E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Поддержка по часам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3EA5D-3E26-4059-A3EC-2BFF7F7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Один сотрудник не обеспечивает 24/7; нужны аварийный контакт и эскалация.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3C167-9ED5-447E-B294-33BB64E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3857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BA3C8-7AE5-4BBE-BA1C-F8B3EE5E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E065A-996F-4DDE-A10A-D136EAA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СПРОС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C14BA-08D8-40E2-8DC9-C29696B6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4340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Сезонность отдельно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6B2F7A-2C37-4B8D-B648-5C4C65D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3870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Измерять доступные дни, повторы, простой техники и вклад на оплаченный день.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788995-EE9A-404E-87F2-A0E511F3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Расширение после зрелого месяца с загрузкой ≥55% и подтверждённой исправностью парка.</a:t>
            </a:r>
          </a:p>
        </p:txBody>
      </p:sp>
    </p:spTree>
    <p:extLst>
      <p:ext uri="{BB962C8B-B14F-4D97-AF65-F5344CB8AC3E}">
        <p14:creationId xmlns:p14="http://schemas.microsoft.com/office/powerpoint/2010/main" val="1792583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467272-9611-4FDD-BE27-6F5048E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C8D95-225E-448F-AAC8-EEE6D595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06 / РЕШЕНИЕ ПАРТНЁРОВ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3BCAE-26A2-4EE0-9BA1-6F2995A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Запустить контролируемый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535B1-6D2C-4D0E-A0D9-F663920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Партнёрство строится вокруг измеримых данных и прозрачной ответственности.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4C5B2-EC41-4454-9549-6BBEF85C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E4E39-5D76-45E5-AD7C-79947DD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БИЗНЕС-ПЛАН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BDBFD-1D87-4EBF-BEE9-E62C16D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07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E4432-F7FC-4FBD-ACA9-2E62B80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71763" cy="16668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AE350-8921-426D-8168-A3933C5A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4EF12-7830-40EE-9396-11718C1E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032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DBF2F-171E-4E6C-B208-53664EA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62275"/>
            <a:ext cx="24241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Согласовать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1E105-D019-44F7-85E1-E52FA6EA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43275"/>
            <a:ext cx="24241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Тариф, депозит, долю и возвраты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76739-4DD0-40A1-A0BA-93C7A33A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381250"/>
            <a:ext cx="2671763" cy="16668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3AB51-505C-4E51-A5D7-959AD2F7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5336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F007D-CDBD-4D2E-8158-6AD7EDA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60032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816E4-7F07-4F6B-8681-91E9E8B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962275"/>
            <a:ext cx="24241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Испытать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474FD-9166-45B4-92F7-CDA85D06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343275"/>
            <a:ext cx="24241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Замок, API и гарантию на 1 байке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F7438-87BC-4DCB-A3D8-35073F5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671763" cy="16668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E7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F10CC-77AF-4C29-B8E6-A88D13B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70263-E7C8-41BF-9A5D-157F877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75A9A-8B71-4B6A-8D0E-CDA61A94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62275"/>
            <a:ext cx="24241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Открыть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E3995-A7CF-43C4-9052-C0D50995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24241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10 байков, Web, Mini App и поддержка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08231-2593-40E7-B739-8803DB6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381250"/>
            <a:ext cx="2671763" cy="16668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480BB-44E7-41C7-A4FA-5D04F892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5336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EFDC2-15D5-46EB-B4E6-9483B22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60032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69E0B-E77B-48E9-9731-1427905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962275"/>
            <a:ext cx="24241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Решить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B61B1-9D3F-4579-B594-98C2A34D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3343275"/>
            <a:ext cx="24241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Загрузка, маржа, повторы и инциденты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32B9A-C4B4-47C6-9251-7FFFF855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062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Запрос: выбрать технического партнёра и одобрить тест телематики на одном скутере.</a:t>
            </a:r>
          </a:p>
        </p:txBody>
      </p:sp>
    </p:spTree>
    <p:extLst>
      <p:ext uri="{BB962C8B-B14F-4D97-AF65-F5344CB8AC3E}">
        <p14:creationId xmlns:p14="http://schemas.microsoft.com/office/powerpoint/2010/main" val="187846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2026-10-21T20:39:21.7680000Z</dcterms:created>
  <dcterms:modified xsi:type="dcterms:W3CDTF">2026-10-21T20:39:21.7680000Z</dcterms:modified>
</coreProperties>
</file>