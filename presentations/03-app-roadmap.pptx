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0678fe0b849d1" /><Relationship Type="http://schemas.openxmlformats.org/officeDocument/2006/relationships/extended-properties" Target="/docProps/app.xml" Id="R3c38526fc7ac4409" /><Relationship Type="http://schemas.openxmlformats.org/officeDocument/2006/relationships/officeDocument" Target="/ppt/presentation.xml" Id="Rc3775dc640154f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49e8705881449d"/>
  </p:sldMasterIdLst>
  <p:notesMasterIdLst>
    <p:notesMasterId xmlns:r="http://schemas.openxmlformats.org/officeDocument/2006/relationships" r:id="Rbce767ed6be44a70"/>
  </p:notesMasterIdLst>
  <p:sldIdLst>
    <p:sldId xmlns:r="http://schemas.openxmlformats.org/officeDocument/2006/relationships" id="256" r:id="R18a33c2ca90e41b7"/>
    <p:sldId xmlns:r="http://schemas.openxmlformats.org/officeDocument/2006/relationships" id="257" r:id="Re2cc302e7a7d4893"/>
    <p:sldId xmlns:r="http://schemas.openxmlformats.org/officeDocument/2006/relationships" id="258" r:id="R47665de7a39e4ceb"/>
    <p:sldId xmlns:r="http://schemas.openxmlformats.org/officeDocument/2006/relationships" id="259" r:id="R57bddbc4d10749c3"/>
    <p:sldId xmlns:r="http://schemas.openxmlformats.org/officeDocument/2006/relationships" id="260" r:id="Red7f29ae1c8c451a"/>
    <p:sldId xmlns:r="http://schemas.openxmlformats.org/officeDocument/2006/relationships" id="261" r:id="R2e09d803524e471d"/>
    <p:sldId xmlns:r="http://schemas.openxmlformats.org/officeDocument/2006/relationships" id="262" r:id="R09e2c576b09649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fbf0105b104b64" /><Relationship Type="http://schemas.openxmlformats.org/officeDocument/2006/relationships/slideMaster" Target="/ppt/slideMasters/slideMaster1.xml" Id="R9349e8705881449d" /><Relationship Type="http://schemas.openxmlformats.org/officeDocument/2006/relationships/notesMaster" Target="/ppt/notesMasters/notesMaster1.xml" Id="Rbce767ed6be44a70" /><Relationship Type="http://schemas.openxmlformats.org/officeDocument/2006/relationships/presProps" Target="/ppt/presProps.xml" Id="Rbd3744266c0146c5" /><Relationship Type="http://schemas.openxmlformats.org/officeDocument/2006/relationships/tableStyles" Target="/ppt/tableStyles.xml" Id="R575530c8c2504147" /><Relationship Type="http://schemas.openxmlformats.org/officeDocument/2006/relationships/slide" Target="/ppt/slides/slide1.xml" Id="R18a33c2ca90e41b7" /><Relationship Type="http://schemas.openxmlformats.org/officeDocument/2006/relationships/slide" Target="/ppt/slides/slide2.xml" Id="Re2cc302e7a7d4893" /><Relationship Type="http://schemas.openxmlformats.org/officeDocument/2006/relationships/slide" Target="/ppt/slides/slide3.xml" Id="R47665de7a39e4ceb" /><Relationship Type="http://schemas.openxmlformats.org/officeDocument/2006/relationships/slide" Target="/ppt/slides/slide4.xml" Id="R57bddbc4d10749c3" /><Relationship Type="http://schemas.openxmlformats.org/officeDocument/2006/relationships/slide" Target="/ppt/slides/slide5.xml" Id="Red7f29ae1c8c451a" /><Relationship Type="http://schemas.openxmlformats.org/officeDocument/2006/relationships/slide" Target="/ppt/slides/slide6.xml" Id="R2e09d803524e471d" /><Relationship Type="http://schemas.openxmlformats.org/officeDocument/2006/relationships/slide" Target="/ppt/slides/slide7.xml" Id="R09e2c576b09649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0e9f222b7246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1e380fcc04975" /><Relationship Type="http://schemas.openxmlformats.org/officeDocument/2006/relationships/notesMaster" Target="/ppt/notesMasters/notesMaster1.xml" Id="R358bf822d9644e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14b797a0bc4dcf" /><Relationship Type="http://schemas.openxmlformats.org/officeDocument/2006/relationships/notesMaster" Target="/ppt/notesMasters/notesMaster1.xml" Id="Rf110f0a170dd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8024ab09bb462d" /><Relationship Type="http://schemas.openxmlformats.org/officeDocument/2006/relationships/notesMaster" Target="/ppt/notesMasters/notesMaster1.xml" Id="R743536b10138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fbc143c4774529" /><Relationship Type="http://schemas.openxmlformats.org/officeDocument/2006/relationships/notesMaster" Target="/ppt/notesMasters/notesMaster1.xml" Id="Rc3b485bb96ea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260c46ce04d1d" /><Relationship Type="http://schemas.openxmlformats.org/officeDocument/2006/relationships/notesMaster" Target="/ppt/notesMasters/notesMaster1.xml" Id="R6e25ea13537645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2a11ff82344a5a" /><Relationship Type="http://schemas.openxmlformats.org/officeDocument/2006/relationships/notesMaster" Target="/ppt/notesMasters/notesMaster1.xml" Id="R2163b6b572a141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3165e1358b4fef" /><Relationship Type="http://schemas.openxmlformats.org/officeDocument/2006/relationships/notesMaster" Target="/ppt/notesMasters/notesMaster1.xml" Id="Rdbb8012eacd341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docs/architecture.md, docs/product.md, docs/business-plan.md.</a:t>
            </a:r>
          </a:p>
          <a:p xmlns:a="http://schemas.openxmlformats.org/drawingml/2006/main">
            <a:r>
              <a:t>Целевой срок пилота — апрель 2027 года. Замок зависит от OEM API и устройства.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Текущая реализация: apps/web/src/pages/home/ui/home-page.tsx, apps/web/src/app/providers/telegram-provider.tsx и globals.css.</a:t>
            </a:r>
          </a:p>
          <a:p xmlns:a="http://schemas.openxmlformats.org/drawingml/2006/main">
            <a:r>
              <a:t>Собственные изображения сгенерированы для проекта. Приём плиток изучен на GetLive: https://www.get-live.net/</a:t>
            </a:r>
          </a:p>
          <a:p xmlns:a="http://schemas.openxmlformats.org/drawingml/2006/main">
            <a:r>
              <a:t>Telegram Mini Apps: https://core.telegram.org/bots/webapps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Telegram Mini Apps: https://core.telegram.org/bots/webapps — initData проверять на API; контакт и локация требуют отдельного явного действия.</a:t>
            </a:r>
          </a:p>
          <a:p xmlns:a="http://schemas.openxmlformats.org/drawingml/2006/main">
            <a:r>
              <a:t>Поток из docs/business-plan.md, «Продуктовый объём пилота».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Архитектура: docs/architecture.md и docs/business-plan.md.</a:t>
            </a:r>
          </a:p>
          <a:p xmlns:a="http://schemas.openxmlformats.org/drawingml/2006/main">
            <a:r>
              <a:t>Google Maps: https://developers.google.com/maps/documentation/javascript/overview</a:t>
            </a:r>
          </a:p>
          <a:p xmlns:a="http://schemas.openxmlformats.org/drawingml/2006/main">
            <a:r>
              <a:t>Telegram: https://core.telegram.org/bots/webapps</a:t>
            </a:r>
          </a:p>
          <a:p xmlns:a="http://schemas.openxmlformats.org/drawingml/2006/main">
            <a:r>
              <a:t>Smart Key не доказывает наличие OEM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сроков: docs/business-plan.md, раздел «Разработка к апрелю 2027 года», и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Критерии из docs/business-plan.md, UX gates, платный пилот и VinFast.</a:t>
            </a:r>
          </a:p>
          <a:p xmlns:a="http://schemas.openxmlformats.org/drawingml/2006/main">
            <a:r>
              <a:t>55% — внутренний критерий масштабирования, не обещание загрузки.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оценки: docs/business-plan.md, «Разработка к апрелю 2027 года».</a:t>
            </a:r>
          </a:p>
          <a:p xmlns:a="http://schemas.openxmlformats.org/drawingml/2006/main">
            <a:r>
              <a:t>Эквивалент $12,6–26,5 тыс. основан на 485–715 часах и публичном ориентире ставок. Это не счёт за работу со мной; внешние расходы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d5a39dbb34c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9b5f8303d4c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5caeb4bd144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b7e6acf124b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d226f9f0846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64d3a2a664d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AD5B58-EE5E-44E5-8452-E5D30D0E8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676FA2-AAA7-4941-9012-36ADAC0232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41456F3-6D16-4B8D-8B60-6912E4823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4CFAED-1EA9-45E6-A8B4-F206769BF7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2AAB57-DEE1-43E7-84FA-6C8B41F35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3AD9B3-44D1-4DBA-9FCA-D67E4DBFC3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21CBD6-F9DA-4674-8E0B-260A19AF19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4879AF-71A4-48A9-9B6C-9981029D75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E11B97-4046-4870-9FCB-4B59BFBDE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1F589C-8F4C-409B-B351-52F2D415F7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21710030dd48d4" /><Relationship Type="http://schemas.openxmlformats.org/officeDocument/2006/relationships/slideLayout" Target="/ppt/slideLayouts/slideLayout1.xml" Id="R3680c352738d4ca3" /><Relationship Type="http://schemas.openxmlformats.org/officeDocument/2006/relationships/slideLayout" Target="/ppt/slideLayouts/slideLayout2.xml" Id="R71f59cb294054066" /><Relationship Type="http://schemas.openxmlformats.org/officeDocument/2006/relationships/slideLayout" Target="/ppt/slideLayouts/slideLayout3.xml" Id="Re0f8abbe9f1f45b9" /><Relationship Type="http://schemas.openxmlformats.org/officeDocument/2006/relationships/slideLayout" Target="/ppt/slideLayouts/slideLayout4.xml" Id="R7345abf992ff4bad" /><Relationship Type="http://schemas.openxmlformats.org/officeDocument/2006/relationships/slideLayout" Target="/ppt/slideLayouts/slideLayout5.xml" Id="R1dcf18e5ae954343" /><Relationship Type="http://schemas.openxmlformats.org/officeDocument/2006/relationships/slideLayout" Target="/ppt/slideLayouts/slideLayout6.xml" Id="R9dac7f020e4a42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80c352738d4ca3"/>
    <p:sldLayoutId xmlns:r="http://schemas.openxmlformats.org/officeDocument/2006/relationships" id="2147483650" r:id="R71f59cb294054066"/>
    <p:sldLayoutId xmlns:r="http://schemas.openxmlformats.org/officeDocument/2006/relationships" id="2147483651" r:id="Re0f8abbe9f1f45b9"/>
    <p:sldLayoutId xmlns:r="http://schemas.openxmlformats.org/officeDocument/2006/relationships" id="2147483652" r:id="R7345abf992ff4bad"/>
    <p:sldLayoutId xmlns:r="http://schemas.openxmlformats.org/officeDocument/2006/relationships" id="2147483653" r:id="R1dcf18e5ae954343"/>
    <p:sldLayoutId xmlns:r="http://schemas.openxmlformats.org/officeDocument/2006/relationships" id="2147483654" r:id="R9dac7f020e4a42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c68538e5b4157" /><Relationship Type="http://schemas.openxmlformats.org/officeDocument/2006/relationships/image" Target="/ppt/media/image.png" Id="R785d767f8108477e" /><Relationship Type="http://schemas.openxmlformats.org/officeDocument/2006/relationships/notesSlide" Target="/ppt/notesSlides/notesSlide1.xml" Id="Rb25b722611ef4a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842bc36a54ed8" /><Relationship Type="http://schemas.openxmlformats.org/officeDocument/2006/relationships/image" Target="/ppt/media/image2.png" Id="R95521911aad94994" /><Relationship Type="http://schemas.openxmlformats.org/officeDocument/2006/relationships/image" Target="/ppt/media/image3.png" Id="R2e3c4375bc9148f0" /><Relationship Type="http://schemas.openxmlformats.org/officeDocument/2006/relationships/image" Target="/ppt/media/image4.png" Id="R8426e6548d7a4924" /><Relationship Type="http://schemas.openxmlformats.org/officeDocument/2006/relationships/notesSlide" Target="/ppt/notesSlides/notesSlide2.xml" Id="R3a69317aa0994f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4c00849b349e1" /><Relationship Type="http://schemas.openxmlformats.org/officeDocument/2006/relationships/notesSlide" Target="/ppt/notesSlides/notesSlide3.xml" Id="R89ad00563ce54c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3b4c34bc34a67" /><Relationship Type="http://schemas.openxmlformats.org/officeDocument/2006/relationships/notesSlide" Target="/ppt/notesSlides/notesSlide4.xml" Id="R86e150be003945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01733dcb54ffd" /><Relationship Type="http://schemas.openxmlformats.org/officeDocument/2006/relationships/notesSlide" Target="/ppt/notesSlides/notesSlide5.xml" Id="Rf562a98e7dc445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2350a1943a4c3f" /><Relationship Type="http://schemas.openxmlformats.org/officeDocument/2006/relationships/notesSlide" Target="/ppt/notesSlides/notesSlide6.xml" Id="Rb192ff3ae1cb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cb0e2a0e54a0c" /><Relationship Type="http://schemas.openxmlformats.org/officeDocument/2006/relationships/notesSlide" Target="/ppt/notesSlides/notesSlide7.xml" Id="R1efec1b13c7a41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D8014-E8CC-448A-A5E7-9B849C8DB8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d767f8108477e"/>
          <a:srcRect xmlns:a="http://schemas.openxmlformats.org/drawingml/2006/main" l="21881" t="0" r="218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323850"/>
            <a:ext cx="5238750" cy="62103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8CEE7-4D50-4B38-A5FF-CA7219DE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EC602-2741-4870-B5E3-0372B53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SCOOT NHA TRANG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735FF-1FA7-4E67-84B2-E13C36B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ПАРТНЁРСКИЙ БРИФ  ·  ОКТЯБРЬ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CBA2A-E604-42BD-8124-3980615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86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От макета к</a:t>
            </a:r>
          </a:p>
          <a:p xmlns:a="http://schemas.openxmlformats.org/drawingml/2006/main">
            <a:pPr algn="l">
              <a:def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безопасной аренде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C33E1-44B7-4285-9BDA-0E7531DD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82CE1-332A-4555-820E-4496281E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Дорожная карта React-сервиса для браузера и Telegram Mini App к апрелю 2027 года.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1A223-8106-4FA5-A912-4C77F1FF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3857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72D48-BFC7-4CB5-B979-4189B1C0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705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Октябрь 2026  →  пилот 10 байков  →  VinFast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4811B-5AC4-4116-A3D9-6F9C2AD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React · Telegram Mini App · веб-браузер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03DA5-A103-4E21-8C77-ECDB3210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AFDC0-5C75-44D4-A7C3-6E56600F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ПАРТНЁРСКИЙ БРИФ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F9FD2-8E21-4BA5-A0F5-500C1E76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01 / 07  ·  ОКТЯБРЬ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9955312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A2F9A-F1B2-4F97-BDC9-C6048A98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7B8B5-AE64-4B51-8D53-5A4F62E7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01 / ПРОДУКТОВЫЙ ОПЫТ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DCFC4-FC68-42A3-9FAC-9C1304DA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Тёплый бренд. Telegram-тема. Быстрые плитки.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E0A25-6C67-49EE-B184-678DC8E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Главный экран показывает три сценария и готов к цветам Telegram.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7F6C4-727F-4C36-9C59-4AB021C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08737-EC69-4828-B9D2-2C870C5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РОАДМАП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06AA5-6546-4EB6-B3AB-320A65D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02 / 07  ·  ОКТЯБРЬ 2026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5B202-512C-4E1F-93E8-88A904DAEB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21911aad94994"/>
          <a:srcRect xmlns:a="http://schemas.openxmlformats.org/drawingml/2006/main" l="0" t="5645" r="0" b="5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00250"/>
            <a:ext cx="3543300" cy="20955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1B7DB-8D97-4DAE-AAA3-F69BD89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У моря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88874-B3FA-4A4A-BE7E-4BA3B14AE1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c4375bc9148f0"/>
          <a:srcRect xmlns:a="http://schemas.openxmlformats.org/drawingml/2006/main" l="0" t="5645" r="0" b="5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2000250"/>
            <a:ext cx="3543300" cy="20955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64495-7F8D-4B84-9270-1F675BB8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481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Город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667C5-A7D3-4762-8B2E-F6A7890E4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6e6548d7a4924"/>
          <a:srcRect xmlns:a="http://schemas.openxmlformats.org/drawingml/2006/main" l="0" t="5645" r="0" b="5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9100" y="2000250"/>
            <a:ext cx="3543300" cy="20955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980CA-ECAE-4EE2-A499-64C697E1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481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На весь день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B2D13-28A2-4029-A0F9-D62C5715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32410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FBF8F0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E8B12-B095-4552-96A5-7CFF5B6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29175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ПЕСОК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CA378-01FD-49D3-82AD-800FF4DA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86300"/>
            <a:ext cx="232410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60411-92CB-4A0A-801B-1FBC0F0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829175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ПАЛЬМА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BE9D7-B55E-4C06-9E82-70F89208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86300"/>
            <a:ext cx="232410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8F000-A675-4F92-9897-1979608C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29175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СОЛНЦЕ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A76AD-367A-41D8-8066-43AC74B4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32410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D0E17-7734-46AE-9C47-66FB6A13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29175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КОРАЛЛ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956F41-FC49-4A0B-91D7-D0599550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620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Mini App использует Telegram themeParams и themeChanged; браузер — брендовые цвета и системную тёмную тему.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A7153-29C1-48CE-A10B-70821E87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Плитки — иллюстративные сценарии. Реальные байки появятся после подключения карты и телематики.</a:t>
            </a:r>
          </a:p>
        </p:txBody>
      </p:sp>
    </p:spTree>
    <p:extLst>
      <p:ext uri="{BB962C8B-B14F-4D97-AF65-F5344CB8AC3E}">
        <p14:creationId xmlns:p14="http://schemas.microsoft.com/office/powerpoint/2010/main" val="2009280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29E75A-BBA3-48EB-B70F-2131C0F2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13A02-FEC7-4C5E-BAE0-186EB2A5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02 / ПУТЬ ПОЛЬЗОВАТЕЛЯ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6EBCE-5BE6-40BE-B76A-33B9C169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Каждый шаг подтверждает право и статус аренды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B133-D697-44FF-A421-DFA0C04C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Геолокация — после действия пользователя; отказ не закрывает ручной просмотр карты.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78A4A-F176-4732-A7E2-70CE1EDC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0BA0B-EDD6-4E9F-B8E2-B4A344A5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РОАДМАП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BB0CB-3B7C-49A2-8A34-FB661CD3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03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88351-429A-4FD3-9C25-786598F1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485900" cy="1495425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50496-8573-4BBA-9105-475CAB6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90775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63566-7FEB-4D6B-9795-32FCC993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5C286-A2A2-4488-AF0B-0C68A2E9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19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Запуск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E7833-80A8-4650-AFE8-B22EE30E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04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Web / Mini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7B6EA-8DEA-4DA9-8FBB-14D47712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38375"/>
            <a:ext cx="1485900" cy="1495425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BA275-765B-4D04-8409-C0F53597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90775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43EF9-DD11-44F3-AFD1-196DB71B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574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CA23C-0B99-4BF0-92E2-7D4438F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819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Вход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F62C2-87F4-44DD-8D6F-46016A16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004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Проверка initData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ECB31-47F2-452C-8C05-5582472B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38375"/>
            <a:ext cx="1485900" cy="1495425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8D6CA-3347-4641-9612-CE5F4B2D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390775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19C8A-3928-4520-A019-1B5CF8AE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574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BC975-3C5E-49CA-990A-1F45A0A5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19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Рядом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41905-1A85-4491-9D2C-B5E0E66A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004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Разрешение локации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C8290-73A0-450C-94AD-8ADA39C0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38375"/>
            <a:ext cx="1485900" cy="1495425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A723A0-AC1D-4E1D-9996-1BDF9F5E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90775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39710-CE10-4AB6-8291-2A791C9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574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EFAD6-BF50-458D-AAF4-F03A53B4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19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Выбор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3B7E80-00BC-4043-A645-A9A09DA7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004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Google Maps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4FDA8-E9C0-4E8B-8085-5F2CCDBA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8375"/>
            <a:ext cx="1485900" cy="1495425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68DAA-7F5F-4C72-9607-B7FF832D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90775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C71D4-E840-40DC-BF09-93A61E0D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4574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372D6E-D4E4-4046-BE87-6FCAA7E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819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Допуск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07C9F9-60D9-42E9-A49A-96A4D239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004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Права / правила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1FB287-00C4-465F-A03B-61F41D93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1485900" cy="1495425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EC0CD4-2C9E-45B3-9CB4-04B51A22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90775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2240D-0923-490B-91F7-45BE1D0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574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1C093-2BA1-4C9C-A9CC-8F8F1514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19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Оплата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916858-EA9A-447D-8B4D-4AD75D56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004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Депозит / бронь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21E410-DD0F-4F75-AA1A-7D2ECC3F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485900" cy="1495425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EDF2E7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7D1CCB-0940-4012-8334-55C2991B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390775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39090A-30B3-4324-BE39-031CE439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57450"/>
            <a:ext cx="228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566514-D654-4EE7-AADF-7216EA1B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8194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Поездка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4396C5-D79D-49D3-8BB3-AF13AC2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20040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Замок / возврат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0ADA19-7526-4634-9AA6-2048AE7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62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Телефон запрашивать отдельно. Координаты скутера приходят от GPS, не от телефона арендатора.</a:t>
            </a:r>
          </a:p>
        </p:txBody>
      </p:sp>
    </p:spTree>
    <p:extLst>
      <p:ext uri="{BB962C8B-B14F-4D97-AF65-F5344CB8AC3E}">
        <p14:creationId xmlns:p14="http://schemas.microsoft.com/office/powerpoint/2010/main" val="1563867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9006D-2516-4DB2-80FF-1971CD3F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B591F-B903-4C75-9991-FC23D020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03 /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58F0B-148F-4192-86EC-129F56C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Один React-клиент, отдельный NestJS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F6740-9CC5-4692-AB09-57941C42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Браузерная версия остаётся резервным входом для QR и пользователей без Telegram.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4FBE5-5F17-4572-B549-2A898C6A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89524-FE17-4507-9B85-CCD92E26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РОАДМАП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07133-2334-47EF-B650-DB1D388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04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3BDBE-18CD-4815-9B04-472B6DF5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49FE6-06A5-401F-8F01-A7CBD873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EED18-C0CB-4CF4-B0AE-0BCD51F2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КЛИЕНТЫ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CF4DD-B22A-4F01-BC1A-5CDFBC2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React + Vite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1A182-F681-47D4-A81F-02D9E014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FSD frontend · Web/PWA · Telegram Mini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D5C99-41A9-4EC6-8951-56C368BD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81838-CE1A-4A28-86FC-EAA452EB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C0963-7E27-4A07-8464-71B342B7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ПЛАТФОРМА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C26DB-8C28-4D24-AB9A-7A85C2B4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NestJS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24F2B-312E-45D9-A06E-59CEBC9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PostgreSQL/PostGIS · операторская админка · события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38826-BCFB-4F76-A84A-85544D3E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5433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7D64F-BAD1-44E6-A7F2-FF6EF3E0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0F126-C2DB-4F4D-A4A9-53B281B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019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ИНТЕГРАЦИИ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66E15-D654-4245-B33B-FEF92F54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Поставщики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585F8-337C-40B6-BFBC-900259E6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20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Google Maps · GPS/замок/OEM · оплата и возвраты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ACF18-8D98-4A71-BC10-5B9A532D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Общая БД — только отдельная схема и права доступа после проверки СУБД и миграций.</a:t>
            </a:r>
          </a:p>
        </p:txBody>
      </p:sp>
    </p:spTree>
    <p:extLst>
      <p:ext uri="{BB962C8B-B14F-4D97-AF65-F5344CB8AC3E}">
        <p14:creationId xmlns:p14="http://schemas.microsoft.com/office/powerpoint/2010/main" val="1208939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4E20-8657-486F-9EC0-4CC48D2E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82E3D-45EC-4521-9324-3CC7753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04 / СРОКИ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AA6D7-607B-4E61-8A1E-9024BC59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Путь к пилоту в апреле 2027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6CCF1-9F54-49D9-82B7-A459D06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Сроки зависят от выбора телематики, платежей и локального страхового процесса.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94934-A295-4E94-A97E-D3C69256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2C0AF-7D17-4F76-862A-1A12FE2F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РОАДМАП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108B8-7A45-432E-AA79-09D6228B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05 / 07  ·  ОКТЯБРЬ 2026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9C7ED-5566-4657-B028-5AA4C044844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4524375"/>
                <a:gridCol w="4829175"/>
              </a:tblGrid>
              <a:tr h="619125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Выходной критерий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T w="9525">
                      <a:solidFill>
                        <a:srgbClr val="E5DFD0"/>
                      </a:solidFill>
                      <a:prstDash val="solid"/>
                    </a:lnT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173F32"/>
                    </a:solidFill>
                  </a:tcPr>
                </a:tc>
              </a:tr>
              <a:tr h="619125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Октябрь 2026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Каркас React/Vite + NestJS, UI и документы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Сценарии и решения по интеграциям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</a:tr>
              <a:tr h="619125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Ноябрь–декабрь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Модель парка, auth, карта и админка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Замок протестирован на одном байке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2EFE5"/>
                    </a:solidFill>
                  </a:tcPr>
                </a:tc>
              </a:tr>
              <a:tr h="619125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Январь 2027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Бронь, платёж, согласия и журнал событий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Возвраты и ошибки отражаются в журнале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</a:tr>
              <a:tr h="619125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Февраль–март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Полевой тест на 2–3 байках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Измеряются успешность аренды и поддержка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E7F0DF"/>
                    </a:solidFill>
                  </a:tcPr>
                </a:tc>
              </a:tr>
              <a:tr h="619125"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Апрель 2027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5DFD0"/>
                      </a:solidFill>
                      <a:prstDash val="solid"/>
                    </a:lnL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Ограниченный запуск 10 байков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 lIns="95250" tIns="76200" rIns="95250" bIns="7620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73F3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Решение о расширении по данным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5DFD0"/>
                      </a:solidFill>
                      <a:prstDash val="solid"/>
                    </a:lnR>
                    <a:lnB w="9525">
                      <a:solidFill>
                        <a:srgbClr val="E5DFD0"/>
                      </a:solidFill>
                      <a:prstDash val="soli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1335-A79A-4A38-8804-024C6FC3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Если OEM API или замок недоступны, нужен ручной сценарий или перенос.</a:t>
            </a:r>
          </a:p>
        </p:txBody>
      </p:sp>
    </p:spTree>
    <p:extLst>
      <p:ext uri="{BB962C8B-B14F-4D97-AF65-F5344CB8AC3E}">
        <p14:creationId xmlns:p14="http://schemas.microsoft.com/office/powerpoint/2010/main" val="1491345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C501A-6DC7-45F0-8378-D9C14A8C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550DC-EB1D-4254-9788-7456FB94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05 / ВОРОТА ВЫПУСКА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308FA-6411-49AB-AAB0-67F8B369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Не выпускать опасную аренду ради даты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C0A69-3467-427B-A2EE-27A9C3E6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У каждой фазы есть критерий прохождения до расширения парка.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D311A-9920-4146-AEEA-F1FE9DE2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CB6FB-4FD6-4413-81CB-D900F0CC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РОАДМАП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A29BC-7830-455F-A84C-BCF9155B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06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58FBC-8028-475E-A3D6-4E5151BD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BE87A-DFCB-489F-8B60-6354BC5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57FE0-1D66-4898-B082-144C364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7E689-7AC1-46A4-9D15-F92C5FC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≥17 / 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825FB-9C6C-4A92-A597-5A2B180A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Без подсказки проходят поиск и бронь; критичные ошибки устранены.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010B3-0B8A-4DB4-A7DB-430F8691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5262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4A074-BEBC-45C0-89A8-6FBEC7DE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B3544-1D68-4AFB-9918-2D6849D5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НАДЁЖНОСТЬ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008B5-3DEC-45F8-9613-D61E2FBF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5745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B8C24-D921-4F0B-957E-249A6292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5275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Завершённые поездки от оплаченных броней.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078BD-497C-4741-B93A-E5B1FD23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90506-CBC8-4787-BBA2-9A59D7B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0050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5E1B7-D992-4685-9DFF-1D13F5D8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ЭКОНОМИКА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EBE7C-3C02-44EA-A8D5-2405CFC9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≥55%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824C0-864B-42F3-8846-0678762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Загрузка доступных дней в зрелом месяце для расширения.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7446C-2554-45D5-BC3D-B5539B42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38575"/>
            <a:ext cx="540067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B5CD8-138D-4847-9500-1AA84896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666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7D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29850-8B27-4E9A-9714-DC2FC98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487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БЕЗОПАСНОСТЬ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8801C1-2AB4-4FC6-9B2F-137B5E8D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4340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Проверено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65ADF-FDAF-451D-950D-79EB6812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838700"/>
            <a:ext cx="5057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Права, страховка, замок, ручная помощь и журнал команд.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BA813-13E4-4E1B-97F7-66F8A05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Фокус-группа проверяет удобство, но не доказывает рыночный спрос.</a:t>
            </a:r>
          </a:p>
        </p:txBody>
      </p:sp>
    </p:spTree>
    <p:extLst>
      <p:ext uri="{BB962C8B-B14F-4D97-AF65-F5344CB8AC3E}">
        <p14:creationId xmlns:p14="http://schemas.microsoft.com/office/powerpoint/2010/main" val="1488683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78C0B-15E0-4D51-9742-878A303F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87D22-87AE-4BA3-BFE2-1310F188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85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276C4C"/>
                </a:solidFill>
                <a:latin typeface="Helvetica Neue"/>
                <a:ea typeface="Helvetica Neue"/>
                <a:cs typeface="Helvetica Neue"/>
              </a:rPr>
              <a:t>06 / РЕСУРСЫ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E30EB-F9CB-466D-BD49-6FD4E8DC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Команда нужна за пределами интерфейса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60FEA-95F0-49E1-A468-55D976F1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Коммерческий пилот зависит от людей и партнёрских систем на месте.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97C60-57E8-4794-AD8E-529CE63F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7F34C-03FD-4F46-980E-D2E27F8B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19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SCOOT NHA TRANG  /  РОАДМАП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4487C-EE34-4A57-A751-70173671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2552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07 / 07  ·  ОКТЯБРЬ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A6B74-DDA6-475B-A5EE-FA6B2775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59560-33F8-4990-9FEE-3C7DDA94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6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6F575-5845-4C19-9701-B68AD2FE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ТРУДОЁМКОСТЬ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5926E-3B40-4876-95D8-59D712AC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485–715 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60E12-AFA3-47A1-BA0F-9BC969B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Клиент, API, админка, карты, устройства, документация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D3873-9BDC-4D50-97AC-F215311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E131E-32DC-4C0A-8568-1713D83F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1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B9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827D8-7A70-4AB7-8EF2-97B7B07A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ЭКВИВАЛЕНТ РЫНКА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50498-D5CE-490D-9413-3E5911F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$12,6–26,5 тыс.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F3BD2-55B2-47AF-8ED1-DDE8BE7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1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Рыночный эквивалент команды, не отдельный счёт за работу со мной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90CA8-535B-455E-8B6D-0C3CB65C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114550"/>
            <a:ext cx="3530600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5DF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12CE4-117B-4F66-9AB2-D7528EC8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295525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87DA7-3447-4443-82E2-4146F2F9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2295525"/>
            <a:ext cx="2987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ВНЕШНИЕ РАСХОДЫ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21B0DA-F1F4-41B5-86E3-1E51310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25812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Оборудование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112E8-C7DD-40D5-9F1A-A0D53A0C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3275" y="3114675"/>
            <a:ext cx="29876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Замки, монтаж, страхование, право и инфраструктура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035E2-15DE-492F-AF3B-EF9470EE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F32"/>
                </a:solidFill>
                <a:latin typeface="Helvetica Neue"/>
                <a:ea typeface="Helvetica Neue"/>
                <a:cs typeface="Helvetica Neue"/>
              </a:rPr>
              <a:t>Партнёр предоставляет тестовый байк, телематику, локального оператора и поддержку.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2A560-FC93-4279-B1AA-FA85CB10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1062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18176"/>
                </a:solidFill>
                <a:latin typeface="Helvetica Neue"/>
                <a:ea typeface="Helvetica Neue"/>
                <a:cs typeface="Helvetica Neue"/>
              </a:rPr>
              <a:t>До декабря согласовать OEM API, платежи, базу и документы для аренды.</a:t>
            </a:r>
          </a:p>
        </p:txBody>
      </p:sp>
    </p:spTree>
    <p:extLst>
      <p:ext uri="{BB962C8B-B14F-4D97-AF65-F5344CB8AC3E}">
        <p14:creationId xmlns:p14="http://schemas.microsoft.com/office/powerpoint/2010/main" val="1878812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2026-10-21T20:39:27.2010000Z</dcterms:created>
  <dcterms:modified xsi:type="dcterms:W3CDTF">2026-10-21T20:39:27.2010000Z</dcterms:modified>
</coreProperties>
</file>