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b2adccc404a14" /><Relationship Type="http://schemas.openxmlformats.org/officeDocument/2006/relationships/extended-properties" Target="/docProps/app.xml" Id="R5e239088b5c245dc" /><Relationship Type="http://schemas.openxmlformats.org/officeDocument/2006/relationships/officeDocument" Target="/ppt/presentation.xml" Id="R05aad6d100b3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5a7105afb41af"/>
  </p:sldMasterIdLst>
  <p:notesMasterIdLst>
    <p:notesMasterId xmlns:r="http://schemas.openxmlformats.org/officeDocument/2006/relationships" r:id="R03b13080949f4b26"/>
  </p:notesMasterIdLst>
  <p:sldIdLst>
    <p:sldId xmlns:r="http://schemas.openxmlformats.org/officeDocument/2006/relationships" id="256" r:id="R35fcd646f2f840e8"/>
    <p:sldId xmlns:r="http://schemas.openxmlformats.org/officeDocument/2006/relationships" id="257" r:id="R33e3b7a309154a6c"/>
    <p:sldId xmlns:r="http://schemas.openxmlformats.org/officeDocument/2006/relationships" id="258" r:id="R00bc10d09e4b4699"/>
    <p:sldId xmlns:r="http://schemas.openxmlformats.org/officeDocument/2006/relationships" id="259" r:id="R2ea3e8ba2c714ea8"/>
    <p:sldId xmlns:r="http://schemas.openxmlformats.org/officeDocument/2006/relationships" id="260" r:id="Rbf7f0d2e4e074ce3"/>
    <p:sldId xmlns:r="http://schemas.openxmlformats.org/officeDocument/2006/relationships" id="261" r:id="Rfd2abc3584dc4749"/>
    <p:sldId xmlns:r="http://schemas.openxmlformats.org/officeDocument/2006/relationships" id="262" r:id="R74c7c2d1949c4c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14b39d43148ce" /><Relationship Type="http://schemas.openxmlformats.org/officeDocument/2006/relationships/slideMaster" Target="/ppt/slideMasters/slideMaster1.xml" Id="R3115a7105afb41af" /><Relationship Type="http://schemas.openxmlformats.org/officeDocument/2006/relationships/notesMaster" Target="/ppt/notesMasters/notesMaster1.xml" Id="R03b13080949f4b26" /><Relationship Type="http://schemas.openxmlformats.org/officeDocument/2006/relationships/presProps" Target="/ppt/presProps.xml" Id="R51974b722d924671" /><Relationship Type="http://schemas.openxmlformats.org/officeDocument/2006/relationships/tableStyles" Target="/ppt/tableStyles.xml" Id="R040e79544e6c4e88" /><Relationship Type="http://schemas.openxmlformats.org/officeDocument/2006/relationships/slide" Target="/ppt/slides/slide1.xml" Id="R35fcd646f2f840e8" /><Relationship Type="http://schemas.openxmlformats.org/officeDocument/2006/relationships/slide" Target="/ppt/slides/slide2.xml" Id="R33e3b7a309154a6c" /><Relationship Type="http://schemas.openxmlformats.org/officeDocument/2006/relationships/slide" Target="/ppt/slides/slide3.xml" Id="R00bc10d09e4b4699" /><Relationship Type="http://schemas.openxmlformats.org/officeDocument/2006/relationships/slide" Target="/ppt/slides/slide4.xml" Id="R2ea3e8ba2c714ea8" /><Relationship Type="http://schemas.openxmlformats.org/officeDocument/2006/relationships/slide" Target="/ppt/slides/slide5.xml" Id="Rbf7f0d2e4e074ce3" /><Relationship Type="http://schemas.openxmlformats.org/officeDocument/2006/relationships/slide" Target="/ppt/slides/slide6.xml" Id="Rfd2abc3584dc4749" /><Relationship Type="http://schemas.openxmlformats.org/officeDocument/2006/relationships/slide" Target="/ppt/slides/slide7.xml" Id="R74c7c2d1949c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0e215d6ef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0c3b3c8c1f400b" /><Relationship Type="http://schemas.openxmlformats.org/officeDocument/2006/relationships/notesMaster" Target="/ppt/notesMasters/notesMaster1.xml" Id="Rf19b74e4f8f04e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bca244ebc24dff" /><Relationship Type="http://schemas.openxmlformats.org/officeDocument/2006/relationships/notesMaster" Target="/ppt/notesMasters/notesMaster1.xml" Id="R5b5762fa770248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1444c64f8241a8" /><Relationship Type="http://schemas.openxmlformats.org/officeDocument/2006/relationships/notesMaster" Target="/ppt/notesMasters/notesMaster1.xml" Id="Rd189ebd571dd4b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cf934aeab44ac" /><Relationship Type="http://schemas.openxmlformats.org/officeDocument/2006/relationships/notesMaster" Target="/ppt/notesMasters/notesMaster1.xml" Id="Rf08073b1344247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33efd18b4b4c72" /><Relationship Type="http://schemas.openxmlformats.org/officeDocument/2006/relationships/notesMaster" Target="/ppt/notesMasters/notesMaster1.xml" Id="R12aef4d857c743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ba36fbf5804a05" /><Relationship Type="http://schemas.openxmlformats.org/officeDocument/2006/relationships/notesMaster" Target="/ppt/notesMasters/notesMaster1.xml" Id="R0be9b2e94b7249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6644260ed849b9" /><Relationship Type="http://schemas.openxmlformats.org/officeDocument/2006/relationships/notesMaster" Target="/ppt/notesMasters/notesMaster1.xml" Id="R90b70653708f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раздел «Маркетинговый план и проверка спроса».</a:t>
            </a:r>
          </a:p>
          <a:p xmlns:a="http://schemas.openxmlformats.org/drawingml/2006/main">
            <a:r>
              <a:t>20 участников — исследование удобства, не оценка городской загрузки.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«Что проверяет группа из 20 человек».</a:t>
            </a:r>
          </a:p>
          <a:p xmlns:a="http://schemas.openxmlformats.org/drawingml/2006/main">
            <a:r>
              <a:t>Участник ищет байк, проверяет цену/депозит, разрешает или пропускает локацию, бронирует и находит поддержку.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«Платный пилот на 8–12 недель» и экономика 10 байков.</a:t>
            </a:r>
          </a:p>
          <a:p xmlns:a="http://schemas.openxmlformats.org/drawingml/2006/main">
            <a:r>
              <a:t>100 броней / 150 bike-days — каналный сигнал, не подтверждение безубыточности.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каналов: docs/business-plan.md, таблица маркетингового плана.</a:t>
            </a:r>
          </a:p>
          <a:p xmlns:a="http://schemas.openxmlformats.org/drawingml/2006/main">
            <a:r>
              <a:t>Доступность Telegram во Вьетнаме перепроверить; QR должен открывать браузерный сервис.</a:t>
            </a:r>
          </a:p>
          <a:p xmlns:a="http://schemas.openxmlformats.org/drawingml/2006/main">
            <a:r>
              <a:t>Reuters, май 2025: https://www.investing.com/news/economy-news/telegram--surprised-as-vietnam-orders-messaging-app-to-be-blocked-4062644</a:t>
            </a:r>
          </a:p>
          <a:p xmlns:a="http://schemas.openxmlformats.org/drawingml/2006/main">
            <a:r>
              <a:t>Q&amp;Me: https://qandme.net/en/report/viet-nam-mobile-app-popularity-2025.html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тест фокус-группы, платный пилот и бюджет.</a:t>
            </a:r>
          </a:p>
          <a:p xmlns:a="http://schemas.openxmlformats.org/drawingml/2006/main">
            <a:r>
              <a:t>Фактические даты пилота назначаются после выбора оборудования и правового потока.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«Бюджет и критерии продолжения».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docs/business-plan.md, Telegram/Web, метрики и ограничения поддержки.</a:t>
            </a:r>
          </a:p>
          <a:p xmlns:a="http://schemas.openxmlformats.org/drawingml/2006/main">
            <a:r>
              <a:t>Telegram во Вьетнаме требует проверки доступности перед запуском.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31244839c49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41d97c5474c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98c37d4b441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44c9d86cb46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1e5c7df8d48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615d792d445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9960EC-C469-49FA-AC73-B6BCE4A32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BEAF60-6356-4674-8243-2C19ED070A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1BA2FB-8162-41C0-9997-54C6D5C69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4B315A-4AC4-42F6-A0F0-F43125FDC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AAF844-41B2-4DE3-9E9F-B308F24EE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511EE7-B5BD-4BEF-82B4-20840E6B3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1CE013-FF08-48C3-BB53-CB5B4565B5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9C0D26-A40F-49C5-B583-D73812E68F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8D695C-3A37-4E90-8C22-E4B989DC3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62060B-38F3-4D6A-BB4F-B2B68BEB4A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eba7aec7284c12" /><Relationship Type="http://schemas.openxmlformats.org/officeDocument/2006/relationships/slideLayout" Target="/ppt/slideLayouts/slideLayout1.xml" Id="R745f5b0ab1904cb9" /><Relationship Type="http://schemas.openxmlformats.org/officeDocument/2006/relationships/slideLayout" Target="/ppt/slideLayouts/slideLayout2.xml" Id="R25db9eab4a084879" /><Relationship Type="http://schemas.openxmlformats.org/officeDocument/2006/relationships/slideLayout" Target="/ppt/slideLayouts/slideLayout3.xml" Id="R3695a0bed47d40c0" /><Relationship Type="http://schemas.openxmlformats.org/officeDocument/2006/relationships/slideLayout" Target="/ppt/slideLayouts/slideLayout4.xml" Id="Rb452f54df2084f92" /><Relationship Type="http://schemas.openxmlformats.org/officeDocument/2006/relationships/slideLayout" Target="/ppt/slideLayouts/slideLayout5.xml" Id="R82a58a4888834078" /><Relationship Type="http://schemas.openxmlformats.org/officeDocument/2006/relationships/slideLayout" Target="/ppt/slideLayouts/slideLayout6.xml" Id="Ra2902753a96a43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f5b0ab1904cb9"/>
    <p:sldLayoutId xmlns:r="http://schemas.openxmlformats.org/officeDocument/2006/relationships" id="2147483650" r:id="R25db9eab4a084879"/>
    <p:sldLayoutId xmlns:r="http://schemas.openxmlformats.org/officeDocument/2006/relationships" id="2147483651" r:id="R3695a0bed47d40c0"/>
    <p:sldLayoutId xmlns:r="http://schemas.openxmlformats.org/officeDocument/2006/relationships" id="2147483652" r:id="Rb452f54df2084f92"/>
    <p:sldLayoutId xmlns:r="http://schemas.openxmlformats.org/officeDocument/2006/relationships" id="2147483653" r:id="R82a58a4888834078"/>
    <p:sldLayoutId xmlns:r="http://schemas.openxmlformats.org/officeDocument/2006/relationships" id="2147483654" r:id="Ra2902753a96a43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33de281a443ec" /><Relationship Type="http://schemas.openxmlformats.org/officeDocument/2006/relationships/image" Target="/ppt/media/image.png" Id="Rb12b4a4b27bc4912" /><Relationship Type="http://schemas.openxmlformats.org/officeDocument/2006/relationships/notesSlide" Target="/ppt/notesSlides/notesSlide1.xml" Id="R45e8418550be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e13c89b8f447b" /><Relationship Type="http://schemas.openxmlformats.org/officeDocument/2006/relationships/notesSlide" Target="/ppt/notesSlides/notesSlide2.xml" Id="R12dd7b931829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d5b6296de4f25" /><Relationship Type="http://schemas.openxmlformats.org/officeDocument/2006/relationships/notesSlide" Target="/ppt/notesSlides/notesSlide3.xml" Id="Ra764a9b323df4b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b89f79e37489b" /><Relationship Type="http://schemas.openxmlformats.org/officeDocument/2006/relationships/notesSlide" Target="/ppt/notesSlides/notesSlide4.xml" Id="Rb86b7c7acfe344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bc8f00cc5434b" /><Relationship Type="http://schemas.openxmlformats.org/officeDocument/2006/relationships/notesSlide" Target="/ppt/notesSlides/notesSlide5.xml" Id="R28569364c4de45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ee56765684e6e" /><Relationship Type="http://schemas.openxmlformats.org/officeDocument/2006/relationships/notesSlide" Target="/ppt/notesSlides/notesSlide6.xml" Id="R476709617cd54b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4aafb1b8a4331" /><Relationship Type="http://schemas.openxmlformats.org/officeDocument/2006/relationships/notesSlide" Target="/ppt/notesSlides/notesSlide7.xml" Id="R7b1a5b826a014e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2E639-032F-48C2-9EF4-D09E5D7BB7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b4a4b27bc4912"/>
          <a:srcRect xmlns:a="http://schemas.openxmlformats.org/drawingml/2006/main" l="21881" t="0" r="218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323850"/>
            <a:ext cx="5238750" cy="62103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19028-0F6B-44ED-BF9B-83F6F2C2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C1F58-3844-4759-825E-BC2B132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SCOOT NHA TRANG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7D997-3E1A-4A56-B45F-AE346DC4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ПАРТНЁРСКИЙ БРИФ  ·  ОКТЯБРЬ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008D4-8447-4FC9-B15F-2817AA2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Маркетинг,</a:t>
            </a:r>
          </a:p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который измеряет</a:t>
            </a:r>
          </a:p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поездки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98C14-790F-4599-8C2A-6C71E8C7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41B7C-C657-42CE-B6AC-770DF78A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 20 пользовательских сессий к платному пилоту и партнёрским каналам.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60E41-48E0-4C76-81DB-E38D605A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857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2980D-79C7-43C1-9EB5-1E89873C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705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Исследование UX  →  8–12 недель платного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17454-9852-4F20-A906-5A152004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React · Telegram Mini App · веб-браузер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362AA-9E48-461F-8471-83C6278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480CD-CB27-4494-A3B4-02FFA56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ПАРТНЁРСКИЙ БРИФ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20766-1C07-49EE-B7B2-BD1D9852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01 / 07  ·  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1552087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CF556-EC0B-42D9-B7DC-BEA783E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C1B43-FA0B-4BD5-AB50-C0598372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01 / ИССЛЕДОВАНИЕ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89AE7-4DEC-4305-8703-0D0494F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20 человек найдут ошибки, но не размер рынка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E60A0-429B-445A-B0DF-BFB24699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Набираем тех, кто уже водит скутер или действительно планирует поездку.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99F10-6C78-49A5-9256-6B0A5628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BB7A6-D9DE-441D-BB6A-791DB3BF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МАРКЕТИНГОВЫЙ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873A8-828C-4DB9-B75E-C30FD645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02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0BC2F-CE25-4D06-ACB2-E50E434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F9AD7-F462-4310-83FD-658A766C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37F88-0DE0-4D44-82B0-49AE8A9D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ТУРИСТЫ ·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4AD27-9382-4014-AE75-DA9D9D0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Гости города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30291-C86F-44E2-88B4-77CDA7C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Разделить международных и вьетнамских туристов.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5F5AD-DA59-4CCC-90A6-DCF6CF10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2AB6B-2F40-4D17-B61A-682A2EE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447CD-4B84-418D-9672-D255449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ЖИТЕЛИ ·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DBF9E-44DB-4B8E-B17B-DCADF736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Местный спрос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EB327-9362-4CFD-89EE-E55D333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Проверить оплату и привычные городские маршруты.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1A9D9-C85B-4AD0-A472-42A4923B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A3101-F571-4C8D-A055-00EA872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6E8BF-3AD5-4DBC-A340-D7F851F9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ЭКСПАТЫ ·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6D6DE-2279-4E6D-B72E-7584213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Длительное проживание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023CD-FA63-4838-B79E-6851D2FE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Проверить повторные поездки и поддержку.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C8328-90A3-4476-90AE-865204C3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4 сессии × 5 человек · UX-ворота: ≥17 из 20 проходят поиск и бронь без подсказки.</a:t>
            </a:r>
          </a:p>
        </p:txBody>
      </p:sp>
    </p:spTree>
    <p:extLst>
      <p:ext uri="{BB962C8B-B14F-4D97-AF65-F5344CB8AC3E}">
        <p14:creationId xmlns:p14="http://schemas.microsoft.com/office/powerpoint/2010/main" val="128639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764B2A-6D57-45D1-8650-08127A99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30BEC-63CA-4908-B06E-3A03942B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02 / КОНВЕРСИЯ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B4A08-D4AE-4E40-9CDE-BB12695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Считать поездки, а не клики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389A1-B8C5-41E1-90E2-3707B526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Каждой стойке, объявлению и партнёру назначить отдельный код или QR.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7E130-8550-4908-A8A8-C5EFDDC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E9D20-8F89-4740-95A2-5127684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МАРКЕТИНГОВЫЙ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039E9-91A8-4E55-932F-CB71398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03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65346-681B-4163-A4CA-66E52B4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749425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E4EB8-B613-40B0-9C16-FF6BB81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FB171-E464-47E2-85B7-EE7A80F2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9077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BCCB0-0A4F-441B-B632-123B56C1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52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Переход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D3C77-90FB-47C1-A5EA-542A5DD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QR / поиск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6CAE3-4012-4BDA-B0AD-9C42D36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275" y="2171700"/>
            <a:ext cx="1749425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37340-A4D4-4C3A-A4EC-8E51E3C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2324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14FF0-42A4-447B-AC1D-928443BF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239077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71E0D-AD17-4F9F-ADC0-8B4FF25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2752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Карта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A442C-716E-4B70-84F7-1E47058C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3133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байки рядом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EE663-5A17-4C04-8DED-D0304651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2171700"/>
            <a:ext cx="1749425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4C4DA-415F-4E5E-BDDE-06859A1B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2324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CDFB6-88B0-4008-A10A-22A55AE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39077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4DC97-0E2B-4433-8FCF-F73D6AA1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2752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Заявка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A8311-FA8B-414A-A22B-CAA396FF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133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цена / правила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7E57B-502E-4BFA-957B-D44C0C36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71700"/>
            <a:ext cx="1749425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75C51-A5A8-4754-8390-A9F837E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10360-1CCE-4A35-9A51-B8FE59F3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9077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ABEFF-94BA-43F6-83E5-C34AE58A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52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Оплата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1C7D68-3823-4331-8C09-863D052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33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бронь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38B09-3F78-4161-8898-7F0E0279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71700"/>
            <a:ext cx="1749425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DF2E7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C7529-322D-4C49-BA0F-31F3E58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324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D8389E-3C46-4A5A-A9D1-51D0399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325" y="239077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97A0FE-1C71-48E6-BE3F-5583356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752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Поездка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4ECC4D-8436-4165-B3A2-7C9D81C1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3133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выдача / возврат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8C5A9-2CB0-46E4-8FAA-08C05D1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975" y="2171700"/>
            <a:ext cx="1749425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212F95-5970-4100-AF11-45D21D73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324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068F6F-D5C7-46C9-A37B-142F2834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390775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9FF3A3-6771-4DD3-A0CC-9524DC3B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2752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Повтор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D80C8D-5DF0-4B76-A144-5D4D555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3133725"/>
            <a:ext cx="150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отзыв / код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D60965-0A2F-4F9B-9B9B-15A749D3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62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Пилот 8–12 недель: ориентир ≈100 завершённых броней или ≈150 оплаченных bike-days.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773962-F865-4237-9159-8B5EEBCB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Для кассового покрытия текущих затрат нужно около 149 оплаченных дней в зрелом месяце.</a:t>
            </a:r>
          </a:p>
        </p:txBody>
      </p:sp>
    </p:spTree>
    <p:extLst>
      <p:ext uri="{BB962C8B-B14F-4D97-AF65-F5344CB8AC3E}">
        <p14:creationId xmlns:p14="http://schemas.microsoft.com/office/powerpoint/2010/main" val="1181248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4F864B-04A0-4F9F-BE06-9290D34F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7512C-056D-4869-951A-B8E8A6DD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03 / КАНАЛЫ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2CFE7-F378-482D-A0E9-13A8300C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Пять каналов — отдельные коды и экономика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2D71C-F7E0-4970-B4CC-D0FA3DD0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Отели и поиск приводят туристов; локальные сообщества расширяют охват жителей.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C53D-2C8A-421C-8883-C08E2C4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88980-A538-4E00-8493-66003AA8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МАРКЕТИНГОВЫЙ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F17EB-4FC0-4954-B9D1-F3477EAD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04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0E33A-022D-421C-84B7-EAF19DC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F45CA-B6BC-4801-904C-C53F9664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8C550-7EEB-401C-84A5-7BDCA0B2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ОТЕЛИ И ХОСТЕЛЫ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50050-AFBD-48C2-8C6E-FBF6FFD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QR на стойках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87132-82A1-49D5-8C1F-0EE7B36D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Считать оплаченные аренды и комиссию точки.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59CDA-4ABE-4293-BAB7-A1DE786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688BB-70B4-480D-A0BE-112BCE6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C191A-CF72-4096-8077-BB70B371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GOOGLE MAPS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B61E1-D444-4911-87E0-FC3BAF1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Локальный поиск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33A37-4A7F-4F1C-985E-69C58A13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Отдельный код от карточки сервиса и посадочной.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F7228-A30C-4716-A7C9-FF1A172A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35B26-E613-4608-BCFD-375B0D8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C1E38-1BC2-449A-9811-5F486D4C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FACEBOOK + ZALO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A96D8-15BE-4DCA-832D-16D6B2D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Локальные группы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0C46F-41A7-416D-B072-D8516D0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Сравнивать аудитории по завершённым поездкам.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D431D-0E95-445F-B452-A56EFF3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F8BDA-C741-4DE4-BF70-71BA1DCF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0050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78F46-9DC4-4E5A-B9C5-17E1A5A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ГИДЫ И РЕФЕРАЛЫ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85F3B-9931-4598-B366-2A1DEC2B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Код рекомендации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69901-9514-4862-B79C-B488F61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Считать повторы после бонуса и агентской комиссии.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B2C11-6EA1-4D55-B50F-02C4A03A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3857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29744-4B8E-4C55-A14A-36056571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0050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D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906BC-FA88-4CDB-A639-816C7593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B2B VINFAST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277F8-491D-4105-9B45-BC27B36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Отчёт и видео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51245D-C537-40D9-AE99-0BAB3EA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3870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Отдельно вести встречи и тестовые байки.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C0422-4F98-4E5E-9DA7-6459C55C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₫2 млн/мес. распределять по каналам после первых завершённых поездок.</a:t>
            </a:r>
          </a:p>
        </p:txBody>
      </p:sp>
    </p:spTree>
    <p:extLst>
      <p:ext uri="{BB962C8B-B14F-4D97-AF65-F5344CB8AC3E}">
        <p14:creationId xmlns:p14="http://schemas.microsoft.com/office/powerpoint/2010/main" val="1990606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FB328-0E50-480E-A74B-A835B051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058B3-684F-4F38-B282-76CD80DD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04 / ПЛАН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1DD9F-21D5-470B-879B-D3E2F24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90 дней: сначала удобство, затем привлечение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625CC-3DB6-4652-A256-F847B858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Открывать платный трафик после устранения критичных проблем и проверки безопасности поездки.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F1712-E9EE-44BB-B1B4-4E8AAAA3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41A08-2401-4005-BA76-B4156804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МАРКЕТИНГОВЫЙ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E74F6-3FA3-4C52-82DB-564C366A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05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3748-23F8-4EC2-8ABB-6230308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614613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C540-17CA-4CDF-8604-A5EFB66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4177B-4A54-4645-AEED-472292BA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907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НЕДЕЛИ 1–2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7282A-9552-432B-B97E-15775DE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717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Подготовить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B723C-B155-45EC-81C6-6D42371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271713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Тариф, правила, QR/UTM, страница и точки.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F811D-477D-4690-BD53-CB39AB84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952625"/>
            <a:ext cx="2614613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EB92E-25D0-4F71-9E13-53163497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264B5-1DE3-4605-98DF-F4765F9A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2133600"/>
            <a:ext cx="20907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НЕДЕЛИ 3–4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72FEB-57E7-4974-9A74-469171BC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717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Проверить 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0A31F-2958-4F38-81C4-0C9690A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52750"/>
            <a:ext cx="2271713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Провести 4 сессии по 5 человек, исправить ошибки.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D3EDC-1A60-4D5F-87D2-70FB2F5C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52625"/>
            <a:ext cx="2614613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D31A9-E643-489C-92D0-483E173C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97F6F-F908-4481-9600-530F3B07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20907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НЕДЕЛИ 5–12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0B7CC-D54A-483D-8FB3-B0D5930B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57450"/>
            <a:ext cx="22717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Платный пилот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E8E10-D057-4CC6-A0B5-B1499E5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52750"/>
            <a:ext cx="2271713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Тестировать каналы на 10 байках и вести воронку.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90E74-FE54-4CF8-BFA3-524CAC6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52625"/>
            <a:ext cx="2614613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1E99D-BA37-4C16-AD13-26FB39FF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D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40264-A285-4053-96C2-B3B2D7FF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2133600"/>
            <a:ext cx="2090738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ДЕНЬ 90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0B28D-4BF9-4395-9201-9FAD224E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57450"/>
            <a:ext cx="22717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Решить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70A1A-C133-4F7C-8433-B288D997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952750"/>
            <a:ext cx="2271713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Сверить сезонность, маржу, отмены и повторы.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51908-7CDF-4382-952A-1058989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Разовый бюджет исследований и запуска: ₫8–15 млн. Стимул участнику: ₫150–250 тыс.</a:t>
            </a:r>
          </a:p>
        </p:txBody>
      </p:sp>
    </p:spTree>
    <p:extLst>
      <p:ext uri="{BB962C8B-B14F-4D97-AF65-F5344CB8AC3E}">
        <p14:creationId xmlns:p14="http://schemas.microsoft.com/office/powerpoint/2010/main" val="823339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F9D02-7B4C-4022-A87B-6AF7FBBC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DD909-BE0A-4C0D-8B48-A62D9BAA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05 / БЮДЖЕТ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0CD88-BA34-460F-B080-60CFDF76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Разовый бюджет эксперимента — ₫8–15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3B655-F7E7-4528-BF5F-C0BD217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Бюджетные оценки; рекламный микс менять по результату оплаченных поездок.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DA1B6-21F1-401A-B401-472958F6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519C-8D6B-429F-8B4C-217347DE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МАРКЕТИНГОВЫЙ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AD6AB-FD9E-4BA7-9222-1E0689B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06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1D34-8275-4788-A563-4BDDF5FD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CDE95-BC22-4D6D-8CDC-44A4681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00F9C-1CFA-4152-8ACA-227697C2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ИССЛЕДОВАНИЕ + ЗАПУСК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EBCA6-C405-4192-A4F6-346836FA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₫8–15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83DD0-2E8C-43B6-B0A6-CC13628C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Стимулы, безопасность, организация и первые объявления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08C0A-385C-40D6-A070-C3A71C1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72B88-79D2-41BB-9BA7-ADCA3418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EABF6-3609-4C9A-B117-10C980F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МАРКЕТИНГ / МЕСЯЦ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4845F-5BAA-4EAB-918F-443BB95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₫2 млн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73A69-36D9-4B3B-B7A5-BAC52822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Заложено в текущую P&amp;L-модель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2A878-4AA6-4173-A80C-BA1930A6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1DEFB-DB67-454C-B5B2-600A5D14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0BCAA-17D0-48C2-A2A2-42209C4D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СТИМУЛ УЧАСТНИКУ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AAE57-0B09-4D16-9CBC-9CF776A4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₫150–250 тыс.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C0B3C-4204-45D3-A8A1-56725F3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На 20 сессий UX-исследования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849F3-8ECE-4AFB-9C17-72064E94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Канал масштабировать при положительном вкладе после комиссии, скидки, платежа и обслуживания.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B9E5A-BBFD-4DCF-8283-C85EC05F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5% резерв на форс-мажоры не заменяет страховку.</a:t>
            </a:r>
          </a:p>
        </p:txBody>
      </p:sp>
    </p:spTree>
    <p:extLst>
      <p:ext uri="{BB962C8B-B14F-4D97-AF65-F5344CB8AC3E}">
        <p14:creationId xmlns:p14="http://schemas.microsoft.com/office/powerpoint/2010/main" val="1795280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DD636-22B5-409C-8A36-82953F2E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3A423-5072-497A-AC19-3915AF6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06 /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BD522-E465-4907-A3AB-E039FBA8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Партнёрам обещать процесс, а не загрузку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8A90D-043B-424F-A1BA-428F902F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Пилот соберёт проверяемые данные о конверсии, операционной готовности и экономике.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86202-54CE-4212-91EB-1B9FD569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4AACE-5E2D-4651-91A2-B7EF3889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МАРКЕТИНГОВЫЙ ПЛАН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E161C-18B0-4AD3-B495-7FC7066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07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3D035-9725-4340-8F2E-7F9CB7E9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35305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A768A-76BF-4392-BEA9-CF42FA52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63895-73FA-4EF4-B1BC-D8B01E16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ДО ЗАПУСКА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AB53A-E124-48E5-B5B2-D7C17EFD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Подготовить вход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20074-7B7F-458F-A19B-C20FAF9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QR открывает браузер. Цена, депозит и правила видны до оплаты. Опубликованы часы поддержки и аварийный контакт.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ED685-AF1B-442D-A5A7-F087908C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535305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36224-7716-4345-9E9B-95E9EDD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81AC3-C944-4457-B272-52263676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71725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ПОСЛЕ ПИЛОТА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432E8-743E-47F9-839C-2446A12A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Решить по данным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1E835-3EB0-446A-A318-10F9AF82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Сравнить каналы по завершённой аренде. Отделить спрос от простоя техники. Масштабировать только при положительной марже.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94517-ACE5-4896-BA7B-AA48DAC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Telegram — дополнительный канал. Web/PWA и QR необходимы для пользователей без Mini App.</a:t>
            </a:r>
          </a:p>
        </p:txBody>
      </p:sp>
    </p:spTree>
    <p:extLst>
      <p:ext uri="{BB962C8B-B14F-4D97-AF65-F5344CB8AC3E}">
        <p14:creationId xmlns:p14="http://schemas.microsoft.com/office/powerpoint/2010/main" val="1378770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2026-10-21T20:39:24.8840000Z</dcterms:created>
  <dcterms:modified xsi:type="dcterms:W3CDTF">2026-10-21T20:39:24.8840000Z</dcterms:modified>
</coreProperties>
</file>